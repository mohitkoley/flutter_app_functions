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95c68ebbac44ad" /><Relationship Type="http://schemas.openxmlformats.org/officeDocument/2006/relationships/extended-properties" Target="/docProps/app.xml" Id="R7852de924ef84867" /><Relationship Type="http://schemas.openxmlformats.org/officeDocument/2006/relationships/officeDocument" Target="/ppt/presentation.xml" Id="R0a25f9c697764d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6fcd9b891946dc"/>
  </p:sldMasterIdLst>
  <p:notesMasterIdLst>
    <p:notesMasterId xmlns:r="http://schemas.openxmlformats.org/officeDocument/2006/relationships" r:id="R0e4e7f2b589c4f89"/>
  </p:notesMasterIdLst>
  <p:sldIdLst>
    <p:sldId xmlns:r="http://schemas.openxmlformats.org/officeDocument/2006/relationships" id="256" r:id="R316c5f1799a84fbf"/>
    <p:sldId xmlns:r="http://schemas.openxmlformats.org/officeDocument/2006/relationships" id="257" r:id="Re5fa6aec6c814634"/>
    <p:sldId xmlns:r="http://schemas.openxmlformats.org/officeDocument/2006/relationships" id="258" r:id="R62c2d32e30cb4b36"/>
    <p:sldId xmlns:r="http://schemas.openxmlformats.org/officeDocument/2006/relationships" id="259" r:id="R038d24d358d14bc9"/>
    <p:sldId xmlns:r="http://schemas.openxmlformats.org/officeDocument/2006/relationships" id="260" r:id="R68b6133f91db4a5c"/>
    <p:sldId xmlns:r="http://schemas.openxmlformats.org/officeDocument/2006/relationships" id="261" r:id="R2583ced14ce84f78"/>
    <p:sldId xmlns:r="http://schemas.openxmlformats.org/officeDocument/2006/relationships" id="262" r:id="R90f1c0dd1a824e7d"/>
    <p:sldId xmlns:r="http://schemas.openxmlformats.org/officeDocument/2006/relationships" id="263" r:id="R8c7572859e494247"/>
    <p:sldId xmlns:r="http://schemas.openxmlformats.org/officeDocument/2006/relationships" id="264" r:id="Rd5fd8747566e488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65b5b7238547db" /><Relationship Type="http://schemas.openxmlformats.org/officeDocument/2006/relationships/slideMaster" Target="/ppt/slideMasters/slideMaster1.xml" Id="R3a6fcd9b891946dc" /><Relationship Type="http://schemas.openxmlformats.org/officeDocument/2006/relationships/notesMaster" Target="/ppt/notesMasters/notesMaster1.xml" Id="R0e4e7f2b589c4f89" /><Relationship Type="http://schemas.openxmlformats.org/officeDocument/2006/relationships/presProps" Target="/ppt/presProps.xml" Id="R77f22e44658e4396" /><Relationship Type="http://schemas.openxmlformats.org/officeDocument/2006/relationships/tableStyles" Target="/ppt/tableStyles.xml" Id="R655abf4613b445ab" /><Relationship Type="http://schemas.openxmlformats.org/officeDocument/2006/relationships/slide" Target="/ppt/slides/slide1.xml" Id="R316c5f1799a84fbf" /><Relationship Type="http://schemas.openxmlformats.org/officeDocument/2006/relationships/slide" Target="/ppt/slides/slide2.xml" Id="Re5fa6aec6c814634" /><Relationship Type="http://schemas.openxmlformats.org/officeDocument/2006/relationships/slide" Target="/ppt/slides/slide3.xml" Id="R62c2d32e30cb4b36" /><Relationship Type="http://schemas.openxmlformats.org/officeDocument/2006/relationships/slide" Target="/ppt/slides/slide4.xml" Id="R038d24d358d14bc9" /><Relationship Type="http://schemas.openxmlformats.org/officeDocument/2006/relationships/slide" Target="/ppt/slides/slide5.xml" Id="R68b6133f91db4a5c" /><Relationship Type="http://schemas.openxmlformats.org/officeDocument/2006/relationships/slide" Target="/ppt/slides/slide6.xml" Id="R2583ced14ce84f78" /><Relationship Type="http://schemas.openxmlformats.org/officeDocument/2006/relationships/slide" Target="/ppt/slides/slide7.xml" Id="R90f1c0dd1a824e7d" /><Relationship Type="http://schemas.openxmlformats.org/officeDocument/2006/relationships/slide" Target="/ppt/slides/slide8.xml" Id="R8c7572859e494247" /><Relationship Type="http://schemas.openxmlformats.org/officeDocument/2006/relationships/slide" Target="/ppt/slides/slide9.xml" Id="Rd5fd8747566e48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90544c51b341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d2b37d6d664d95" /><Relationship Type="http://schemas.openxmlformats.org/officeDocument/2006/relationships/notesMaster" Target="/ppt/notesMasters/notesMaster1.xml" Id="R76930171d0ea44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9d30fb855d449b" /><Relationship Type="http://schemas.openxmlformats.org/officeDocument/2006/relationships/notesMaster" Target="/ppt/notesMasters/notesMaster1.xml" Id="R6c84cf4707e44c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292c3becf74105" /><Relationship Type="http://schemas.openxmlformats.org/officeDocument/2006/relationships/notesMaster" Target="/ppt/notesMasters/notesMaster1.xml" Id="R8fa5ed7ed30047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fb8b881d8847b9" /><Relationship Type="http://schemas.openxmlformats.org/officeDocument/2006/relationships/notesMaster" Target="/ppt/notesMasters/notesMaster1.xml" Id="R7cb4da4be09b40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3c77e1fbae438f" /><Relationship Type="http://schemas.openxmlformats.org/officeDocument/2006/relationships/notesMaster" Target="/ppt/notesMasters/notesMaster1.xml" Id="R57580dda0c834f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7e35b3a7764ee2" /><Relationship Type="http://schemas.openxmlformats.org/officeDocument/2006/relationships/notesMaster" Target="/ppt/notesMasters/notesMaster1.xml" Id="R769669e748764a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e3e8e7fdf14332" /><Relationship Type="http://schemas.openxmlformats.org/officeDocument/2006/relationships/notesMaster" Target="/ppt/notesMasters/notesMaster1.xml" Id="R2b5d5c1bee1345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4c7727b9cf4386" /><Relationship Type="http://schemas.openxmlformats.org/officeDocument/2006/relationships/notesMaster" Target="/ppt/notesMasters/notesMaster1.xml" Id="R51d49aa2606647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24273217b14687" /><Relationship Type="http://schemas.openxmlformats.org/officeDocument/2006/relationships/notesMaster" Target="/ppt/notesMasters/notesMaster1.xml" Id="R5b8c2b71681b49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f230a397744c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6911c5ec024e57" /><Relationship Type="http://schemas.openxmlformats.org/officeDocument/2006/relationships/slideLayout" Target="/ppt/slideLayouts/slideLayout1.xml" Id="Rceaf7654245a4d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af7654245a4d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0d9a59cc44866" /><Relationship Type="http://schemas.openxmlformats.org/officeDocument/2006/relationships/image" Target="/ppt/media/image.png" Id="Rc1f64a2043504d98" /><Relationship Type="http://schemas.openxmlformats.org/officeDocument/2006/relationships/notesSlide" Target="/ppt/notesSlides/notesSlide1.xml" Id="Rb123b68853ec46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c7f72474a4b6a" /><Relationship Type="http://schemas.openxmlformats.org/officeDocument/2006/relationships/notesSlide" Target="/ppt/notesSlides/notesSlide2.xml" Id="R385a433951f141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6bceb74854cfd" /><Relationship Type="http://schemas.openxmlformats.org/officeDocument/2006/relationships/notesSlide" Target="/ppt/notesSlides/notesSlide3.xml" Id="R897a64c163844b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b33e56093486b" /><Relationship Type="http://schemas.openxmlformats.org/officeDocument/2006/relationships/notesSlide" Target="/ppt/notesSlides/notesSlide4.xml" Id="R44a83cfed5e74c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68aab92604664" /><Relationship Type="http://schemas.openxmlformats.org/officeDocument/2006/relationships/notesSlide" Target="/ppt/notesSlides/notesSlide5.xml" Id="R9236584a842e4e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f7ae390c049f4" /><Relationship Type="http://schemas.openxmlformats.org/officeDocument/2006/relationships/notesSlide" Target="/ppt/notesSlides/notesSlide6.xml" Id="Rf95e04bb95a349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9462acf944088" /><Relationship Type="http://schemas.openxmlformats.org/officeDocument/2006/relationships/notesSlide" Target="/ppt/notesSlides/notesSlide7.xml" Id="R27e9af7716764b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da97982b844cad" /><Relationship Type="http://schemas.openxmlformats.org/officeDocument/2006/relationships/notesSlide" Target="/ppt/notesSlides/notesSlide8.xml" Id="R61742abec97f44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1edbf7c3d43fe" /><Relationship Type="http://schemas.openxmlformats.org/officeDocument/2006/relationships/notesSlide" Target="/ppt/notesSlides/notesSlide9.xml" Id="Rbd784060e57940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64a2043504d9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DB1520-21BE-4C99-A118-219E0F97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429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8000"/>
            </a:srgbClr>
          </a:solidFill>
          <a:ln xmlns:a="http://schemas.openxmlformats.org/drawingml/2006/main" w="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2E54A7-B90A-4E7D-B14C-4A7E8AA0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CD031D-A042-444B-A0DB-F3D6D5BC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47625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A0F14"/>
                </a:solidFill>
              </a:defRPr>
            </a:pPr>
            <a:r>
              <a:rPr sz="4350" b="1">
                <a:solidFill>
                  <a:srgbClr val="0A0F14"/>
                </a:solidFill>
              </a:rPr>
              <a:t>Flutter App Functions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CEE1A-98AD-47C5-A795-43059600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09950"/>
            <a:ext cx="4171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11827"/>
                </a:solidFill>
              </a:defRPr>
            </a:pPr>
            <a:r>
              <a:rPr sz="1875">
                <a:solidFill>
                  <a:srgbClr val="111827"/>
                </a:solidFill>
              </a:rPr>
              <a:t>Expose Dart handlers as discoverable on-device Android App Functions.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A44B4A-9D00-450C-8BDF-82B0F77C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531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Project showcase deck</a:t>
            </a:r>
          </a:p>
        </p:txBody>
      </p:sp>
    </p:spTree>
    <p:extLst>
      <p:ext uri="{BB962C8B-B14F-4D97-AF65-F5344CB8AC3E}">
        <p14:creationId xmlns:p14="http://schemas.microsoft.com/office/powerpoint/2010/main" val="6431658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A5FB04-AF02-4615-9F45-4457A62A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3A6176-839F-4E04-8515-BC7B75F3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The gap this project closes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D17D9-311E-452A-BFB3-0AA2783C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45932B-3381-4C03-9964-B72F0C41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4857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A0F14"/>
                </a:solidFill>
              </a:defRPr>
            </a:pPr>
            <a:r>
              <a:rPr sz="2250" b="1">
                <a:solidFill>
                  <a:srgbClr val="0A0F14"/>
                </a:solidFill>
              </a:rPr>
              <a:t>Android is making app capabilities callable by on-device agents, but Flutter apps still keep most product logic in Dart.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0DDAD-E909-4A5F-A506-A98F8EDA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33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BF3C3-5285-45CD-ABE3-B9501257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57400"/>
            <a:ext cx="4724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Native examples do not map cleanly to Flutter state, providers, stores, or existing Dart handlers.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073F2-3FED-41AE-BFCC-0F64F6F3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52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F9E04A-D1B6-4ACE-8E0C-2182810E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76550"/>
            <a:ext cx="4724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Every new capability should not require another Kotlin rebuild 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FEF7C-5E5C-4DFC-AD95-85797153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71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CDE3DA-B44A-41AE-8D07-CD087CFD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95700"/>
            <a:ext cx="4724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Agent calls need predictable typed errors, not ad hoc string failures.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BD3F90-4252-4AAD-B1FF-D253649A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067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A"/>
          </a:solidFill>
          <a:ln xmlns:a="http://schemas.openxmlformats.org/drawingml/2006/main" w="0">
            <a:solidFill>
              <a:srgbClr val="F7F9F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0432D7-A9C5-4923-940B-283F1032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Core idea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55884-EA79-40E6-9C6B-D08368F0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4B5563"/>
                </a:solidFill>
              </a:defRPr>
            </a:pPr>
            <a:r>
              <a:rPr sz="1650">
                <a:solidFill>
                  <a:srgbClr val="4B5563"/>
                </a:solidFill>
              </a:rPr>
              <a:t>Register once in Dart. Let Android discover a stable bridge. Keep the user-visible app state as the source of truth.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1F3EBF-5BF3-40A9-B81A-F7FDC952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80838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D8BD08-441F-4FBA-8DB5-5A4049FE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F95D68-37C9-43CA-B858-21494B50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What the package ships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73928-223D-45B2-B210-767F9AA3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530B5E-0BBD-410D-8D0C-342E2C6E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2571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518616-B111-4A4C-8BAD-234C8071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A0F14"/>
                </a:solidFill>
              </a:defRPr>
            </a:pPr>
            <a:r>
              <a:rPr sz="3750" b="1">
                <a:solidFill>
                  <a:srgbClr val="0A0F14"/>
                </a:solidFill>
              </a:rPr>
              <a:t>0.0.9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481011-749E-4490-A850-663FAFFF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A0F14"/>
                </a:solidFill>
              </a:defRPr>
            </a:pPr>
            <a:r>
              <a:rPr sz="1650" b="1">
                <a:solidFill>
                  <a:srgbClr val="0A0F14"/>
                </a:solidFill>
              </a:rPr>
              <a:t>Current package 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D8F1A1-8350-4D1D-BA13-3AD49B9D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004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pubspec release metadata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4A8C4-8AAA-499C-A880-CD46103F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2571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3ABFA-E7E9-47C5-8675-BD5D2261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860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A0F14"/>
                </a:solidFill>
              </a:defRPr>
            </a:pPr>
            <a:r>
              <a:rPr sz="3750" b="1">
                <a:solidFill>
                  <a:srgbClr val="0A0F14"/>
                </a:solidFill>
              </a:rPr>
              <a:t>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F8B03-92FF-4A41-A86E-EC9E3938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480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A0F14"/>
                </a:solidFill>
              </a:defRPr>
            </a:pPr>
            <a:r>
              <a:rPr sz="1650" b="1">
                <a:solidFill>
                  <a:srgbClr val="0A0F14"/>
                </a:solidFill>
              </a:rPr>
              <a:t>Typed parameter kinds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D266A7-3781-4E8A-BA2F-C6329E5C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004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string, int64, double, bool, list, optional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DDAF9-E6AD-4A2A-AA39-1A58ABEB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38350"/>
            <a:ext cx="2571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7F1939-D9DF-4CB7-9794-2694A0C9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860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A0F14"/>
                </a:solidFill>
              </a:defRPr>
            </a:pPr>
            <a:r>
              <a:rPr sz="3750" b="1">
                <a:solidFill>
                  <a:srgbClr val="0A0F14"/>
                </a:solidFill>
              </a:rPr>
              <a:t>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4A926-152C-4BF0-B7E8-910FA738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480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A0F14"/>
                </a:solidFill>
              </a:defRPr>
            </a:pPr>
            <a:r>
              <a:rPr sz="1650" b="1">
                <a:solidFill>
                  <a:srgbClr val="0A0F14"/>
                </a:solidFill>
              </a:rPr>
              <a:t>Mirrored error types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E947FD-5A8F-4464-8442-8E6F0440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004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Android AppFunction exceptions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6EE22F-2F8E-49AE-98B8-1BC5FF8C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38350"/>
            <a:ext cx="25336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98911A-7583-4ED2-84FD-EA392E8B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286000"/>
            <a:ext cx="2076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A0F14"/>
                </a:solidFill>
              </a:defRPr>
            </a:pPr>
            <a:r>
              <a:rPr sz="3750" b="1">
                <a:solidFill>
                  <a:srgbClr val="0A0F14"/>
                </a:solidFill>
              </a:rPr>
              <a:t>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69C8DD-3CAF-46CB-91B9-8A3DA86E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4800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A0F14"/>
                </a:solidFill>
              </a:defRPr>
            </a:pPr>
            <a:r>
              <a:rPr sz="1650" b="1">
                <a:solidFill>
                  <a:srgbClr val="0A0F14"/>
                </a:solidFill>
              </a:rPr>
              <a:t>Passing Dart tests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E3092B-A107-4249-A15C-E4F751BC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6004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flutter test verification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17F56C-13A1-4C31-BC71-D0A23F23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B5563"/>
                </a:solidFill>
              </a:defRPr>
            </a:pPr>
            <a:r>
              <a:rPr sz="1500">
                <a:solidFill>
                  <a:srgbClr val="4B5563"/>
                </a:solidFill>
              </a:rPr>
              <a:t>Android only: min SDK 24, compile SDK 36, AndroidX appfunctions 1.0.0-alpha09, Flutter 3.3.0+ / Dart 3.12.0+.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D5F7F9-C4F6-4DF3-9079-0CC12710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672182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2715B0-3865-4125-A6CC-F57F4A5F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69DE62-7733-49A2-8E23-B5D7E022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One native entry point, many Dart tools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2BE54-054B-40CC-93C0-E94B0AFA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5BB66-64E7-4F46-A6CB-5C4DD271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33650"/>
            <a:ext cx="21717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BFAF3-A2E2-444C-8ADB-CFB4CA14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2F674-7DB3-49C6-BFAF-DEB92AED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752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Gemini or any caller using Android App Functions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70E69-3586-4860-B988-0446A59C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33650"/>
            <a:ext cx="21717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4598B-59C0-4A68-B1E3-0B83B490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19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Android runtime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AC540-D476-4E40-8BC1-37E4C1C3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52800"/>
            <a:ext cx="1752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Discovers @AppFunction executeAppFunction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202588-BC24-47CA-9DD3-08A08994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33650"/>
            <a:ext cx="21717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7BBF2A-A473-4DA4-A504-7066F959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19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Kotlin 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DA000-0A4C-470B-8A00-3A837524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1752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Forwards functionId + parametersJson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4CEB05-CB97-4B45-AC2F-B72177B4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21717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7E5F3A-1D27-4304-81F3-EA5F1486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19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Dart registry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A39EB0-CC52-4E5E-A0A0-564ADC66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52800"/>
            <a:ext cx="1752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Validates, invokes handler, returns 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0A73AD-54AE-4549-B5D1-191A2A76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DF160B-C77A-4644-A7B7-B810ACC8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909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90AE2B-B460-420D-9FE2-575A78C9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909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3B2D72-8192-4212-B610-EAC14E19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Why this matters: app teams add or remove capabilities in Dart without duplicating business logic in Kotlin.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14F41-4ED6-4628-9047-E36F9EB4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885657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FA8398-E683-492C-9139-6EE97195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B6974-9F7B-46CE-895E-C26C2551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The developer experience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CD3D8-3C7C-478A-A176-87C98679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00A8F-5F85-4BD4-A9EE-FA93E41B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596265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37E9B-A125-45BF-A0DF-70648A82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5543550" cy="3371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FlutterAppFunctions.instance.register(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AppFunctionDefinition(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id: 'createTask',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description: 'Creates a task.',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parameters: [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AppFunctionParameter.string('title'),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AppFunctionParameter.optionalString('notes'),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],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returnType: AppFunctionReturnType.string,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handler: (ctx, params) async {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return 'Created: ${params['title']}';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},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),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);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344967-0D48-4B6A-9327-F0334C79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84"/>
          </a:solidFill>
          <a:ln xmlns:a="http://schemas.openxmlformats.org/drawingml/2006/main" w="0">
            <a:solidFill>
              <a:srgbClr val="3DDC8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8FA084-D760-40F2-AB26-1C018E91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228850"/>
            <a:ext cx="4114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Function definition is plain Dart: id, description, parameters, return type, handler.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275335-1533-4EC2-8399-DC1B7272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81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84"/>
          </a:solidFill>
          <a:ln xmlns:a="http://schemas.openxmlformats.org/drawingml/2006/main" w="0">
            <a:solidFill>
              <a:srgbClr val="3DDC8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A74DF7-B9C8-44C1-8C1B-BAA11C23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05150"/>
            <a:ext cx="4114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Registry validates required fields, unknown parameters, enum values, and scalar types.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071C2E-9080-42F9-8452-317CC415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057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84"/>
          </a:solidFill>
          <a:ln xmlns:a="http://schemas.openxmlformats.org/drawingml/2006/main" w="0">
            <a:solidFill>
              <a:srgbClr val="3DDC8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C30AC4-EFD0-4E07-8BC4-7975A91D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81450"/>
            <a:ext cx="4114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Handlers can mutate the same Flutter app state the visible UI already uses.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DC27FC-8057-41A5-B6E0-27A94C89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09383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E9EA0C-D2C2-4CD6-A25F-C2F901A8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2B9C5-67DD-4004-80CC-91877F10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Android host wiring stays small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42E4B-4F40-4637-A2E5-C5DEAA86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87E79-35F6-4FA4-86E3-DDFB5E60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4953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3FC574-19C7-43BE-9412-30A5E63D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4533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class MyApplication :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FlutterAppFunctionsApplication()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&lt;application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android:name=".MyApplication"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appfn:description="@string/appfn_description"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appfn:displayDescription="@string/appfn_display" /&gt;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48A684-31BD-4F94-AD59-37D247A4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762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A"/>
          </a:solidFill>
          <a:ln xmlns:a="http://schemas.openxmlformats.org/drawingml/2006/main" w="0">
            <a:solidFill>
              <a:srgbClr val="F7F9F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5AB2E-635B-4869-974D-092FCAA1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193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The plugin supplies service metadata, permission, MethodChannel, KSP setup, and bridge registration.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74C1E-4B58-4EC7-8AF3-81F3C72E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3676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B5563"/>
                </a:solidFill>
              </a:defRPr>
            </a:pPr>
            <a:r>
              <a:rPr sz="1425">
                <a:solidFill>
                  <a:srgbClr val="4B5563"/>
                </a:solidFill>
              </a:rPr>
              <a:t>Host apps add descriptions and extend the base Application class.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BC497-139E-48BD-B8A0-B311FEC7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832594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737FA5-FB96-49A4-BCD1-55606ED2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9DB060-26EF-4761-BFE5-D2E09203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FlutterCon demo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2F1BF-F255-4C54-8F80-440B74BE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354E0-196A-417E-B983-5A377D66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AF7"/>
          </a:solidFill>
          <a:ln xmlns:a="http://schemas.openxmlformats.org/drawingml/2006/main" w="0">
            <a:solidFill>
              <a:srgbClr val="E8FA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23FA60-29D2-4E2B-97BE-7E63E26E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81250"/>
            <a:ext cx="66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B8A9"/>
                </a:solidFill>
              </a:defRPr>
            </a:pPr>
            <a:r>
              <a:rPr sz="3900" b="1">
                <a:solidFill>
                  <a:srgbClr val="00B8A9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6FE5E-8D1C-4D1B-A0ED-8E0D0781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Prompt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9359E8-8715-4F62-9A64-4900B905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81400"/>
            <a:ext cx="1924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Remind me to pick up my package at work today at 5 PM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3F7E7-B5E0-420E-B6C9-E979CBE4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38137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CB402-A493-4573-B49C-0A4A0823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907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7C3376-4F3A-43BC-B63D-2D115E25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81250"/>
            <a:ext cx="66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A0F14"/>
                </a:solidFill>
              </a:defRPr>
            </a:pPr>
            <a:r>
              <a:rPr sz="3900" b="1">
                <a:solidFill>
                  <a:srgbClr val="0A0F14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1420F-9C01-4447-80E2-13C5E0A7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05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F0C57E-8501-4C64-B2AE-2FD34430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1924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Demo agent maps prompt to createTask + JSON parameters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429CE1-9998-48EA-8E98-45CF182E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38137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AA6CF-847D-4404-8522-77FC90C5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907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8262FB-0978-4AA5-97C6-0A2BF49E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81250"/>
            <a:ext cx="66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A0F14"/>
                </a:solidFill>
              </a:defRPr>
            </a:pPr>
            <a:r>
              <a:rPr sz="3900" b="1">
                <a:solidFill>
                  <a:srgbClr val="0A0F14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604D76-257F-43CA-9F40-54BBF1A5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05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Invoke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C06232-0F96-4989-8ED5-17A2D720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81400"/>
            <a:ext cx="1924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FlutterAppFunctions.instance.invoke hits the same registry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70F0EF-6791-4E31-9D9A-BFD6442A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8137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998752-0BB9-41A3-9CD2-43E374A0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907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018A98-4B37-4DBA-AC4D-E28DF5E8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81250"/>
            <a:ext cx="66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A0F14"/>
                </a:solidFill>
              </a:defRPr>
            </a:pPr>
            <a:r>
              <a:rPr sz="3900" b="1">
                <a:solidFill>
                  <a:srgbClr val="0A0F14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DA7E1-A33C-400A-9A80-E3A938F0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05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Update UI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372E35-99CA-41F0-9367-29D656E9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581400"/>
            <a:ext cx="1924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Demo store mutates, logs result, visible app state rebuilds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A32CD5-40D8-4599-A472-11290DC5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942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827"/>
                </a:solidFill>
              </a:defRPr>
            </a:pPr>
            <a:r>
              <a:rPr sz="1650">
                <a:solidFill>
                  <a:srgbClr val="111827"/>
                </a:solidFill>
              </a:rPr>
              <a:t>Example app registers: createTask, addItemsToShoppingList, completeTask, summarizeToday.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F158EC-B71C-46F7-8A98-5D575BAA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3418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E7E661-0D74-4862-BEA7-C843A521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C8991-D21C-4A95-A922-75CD9880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Typed errors match Android semantics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537822-B2EA-45A2-BF55-2CFB533C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95500"/>
          <a:ext xmlns:a="http://schemas.openxmlformats.org/drawingml/2006/main" cx="5334000" cy="2571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24545"/>
                <a:gridCol w="2909455"/>
              </a:tblGrid>
              <a:tr h="4286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Dart exception</a:t>
                      </a:r>
                    </a:p>
                  </a:txBody>
                  <a:tcPr marL="91440" marR="91440" marT="45720" marB="45720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Android mapping</a:t>
                      </a:r>
                    </a:p>
                  </a:txBody>
                  <a:tcPr marL="91440" marR="91440" marT="45720" marB="45720">
                    <a:solidFill>
                      <a:srgbClr val="111827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InvalidArgument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bad or missing parameter</a:t>
                      </a:r>
                    </a:p>
                  </a:txBody>
                  <a:tcPr marL="91440" marR="91440" marT="45720" marB="4572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FunctionNotFound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unknown function id</a:t>
                      </a:r>
                    </a:p>
                  </a:txBody>
                  <a:tcPr marL="91440" marR="91440" marT="45720" marB="4572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ElementNotFound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missing app record</a:t>
                      </a:r>
                    </a:p>
                  </a:txBody>
                  <a:tcPr marL="91440" marR="91440" marT="45720" marB="4572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PermissionRequired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guarded app action</a:t>
                      </a:r>
                    </a:p>
                  </a:txBody>
                  <a:tcPr marL="91440" marR="91440" marT="45720" marB="4572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Disabled / Unknown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0A0F14"/>
                          </a:solidFill>
                        </a:rPr>
                        <a:t>runtime or app failure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FE159-4C54-4E76-BC35-8886D1ED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926BE-715C-4295-B8D8-2B701C82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90750"/>
            <a:ext cx="4210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A0F14"/>
                </a:solidFill>
              </a:defRPr>
            </a:pPr>
            <a:r>
              <a:rPr sz="1500">
                <a:solidFill>
                  <a:srgbClr val="0A0F14"/>
                </a:solidFill>
              </a:rPr>
              <a:t>JSON is the cross-language contract while KSP limits direct AppFunctionData parameters.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2E34F-47E1-4A23-856A-E1A24D39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81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955BA3-6E2C-490C-9908-A85BC0E9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4210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A0F14"/>
                </a:solidFill>
              </a:defRPr>
            </a:pPr>
            <a:r>
              <a:rPr sz="1500">
                <a:solidFill>
                  <a:srgbClr val="0A0F14"/>
                </a:solidFill>
              </a:rPr>
              <a:t>Dart wraps typed errors as stable PlatformException codes.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43716-6774-43FC-8042-8B75A58E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95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1F8F76-69B8-41C8-9020-3AA138DC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19550"/>
            <a:ext cx="4210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A0F14"/>
                </a:solidFill>
              </a:defRPr>
            </a:pPr>
            <a:r>
              <a:rPr sz="1500">
                <a:solidFill>
                  <a:srgbClr val="0A0F14"/>
                </a:solidFill>
              </a:rPr>
              <a:t>Kotlin maps those codes back to AndroidX AppFunction*Exception classes.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5BB086-BF37-4D9B-A4D6-FE9BFD14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076756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E1089F-ADDA-4E42-8F9F-D8CAEF48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E1F14-9305-4EE9-8CEC-1E9906C8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Takeaway for Flutter developers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18C3D-4FE4-4BDF-A790-DC83FA0D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A661D-6426-45BB-8FA4-169348D4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800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A0F14"/>
                </a:solidFill>
              </a:defRPr>
            </a:pPr>
            <a:r>
              <a:rPr sz="3150" b="1">
                <a:solidFill>
                  <a:srgbClr val="0A0F14"/>
                </a:solidFill>
              </a:rPr>
              <a:t>On-device agents become much more useful when Flutter apps expose real app capabilities, not just screens.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3CD09-8A56-48B3-8AF2-5526670D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342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AF7"/>
          </a:solidFill>
          <a:ln xmlns:a="http://schemas.openxmlformats.org/drawingml/2006/main" w="0">
            <a:solidFill>
              <a:srgbClr val="E8FAF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4527D9-FDD0-4E53-A9A2-CEB8F34F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Write in Dart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BC1A1-E080-4F50-8768-38F8A3F1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Keep product logic where the app already lives.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1219F-F5BD-4803-B63B-F412D55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43350"/>
            <a:ext cx="342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8F4"/>
          </a:solidFill>
          <a:ln xmlns:a="http://schemas.openxmlformats.org/drawingml/2006/main" w="0">
            <a:solidFill>
              <a:srgbClr val="F1F8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8B6007-69DE-47BF-B25E-4B624046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71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Bridge once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A64324-73D5-444C-83F5-40D05212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5720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Use one Android App Function dispatcher.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34B428-C775-43DB-87DB-CA267CC1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43350"/>
            <a:ext cx="342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D"/>
          </a:solidFill>
          <a:ln xmlns:a="http://schemas.openxmlformats.org/drawingml/2006/main" w="0">
            <a:solidFill>
              <a:srgbClr val="FFF3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7B9CB4-787D-46C4-A163-D12BC74C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71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Demo live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F2B393-4BF8-4E67-A36D-94BDA70C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5720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Prompt -&gt; function id -&gt; JSON -&gt; visible UI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ABA4B-3087-4C33-A737-7D9D7D03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704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Repository: github.com/mohitkoley/flutter_app_functions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4626B9-E68B-403D-89E2-816D454D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190157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2026-08-11T06:15:39.0060000Z</dcterms:created>
  <dcterms:modified xsi:type="dcterms:W3CDTF">2026-08-11T06:15:39.0060000Z</dcterms:modified>
</coreProperties>
</file>